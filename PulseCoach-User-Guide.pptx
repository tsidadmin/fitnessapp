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deck: how to navigate PulseCoach. The URL works in any mobile or desktop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 slide: the six tabs. TODAY is the daily dashboard; LOG is where food and workouts go in; HEALTH is the medical-report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Onboarding builds BMR (Mifflin-St Jeor), TDEE from activity, then a calorie target adjusted for the goal, plus protein/carb/fat targets. Values shown are an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is the dashboard. The check-in card mirrors the app's morning/midday/evening loop; morning weight feeds the bodyweight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hero feature. Values are a real example. Multiple items in one photo are combined, with a per-item kcal breakdown.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Typing works for anything the camera can't see (delivery, half portions). Workouts are lightweight: name +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HEALTH tab turns a lab report into food guidance. Sample reports for testing live in the repo's sample-reports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flagship combination: the verdict quotes the user's actual marker values. Example shown is a real output from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 days come back as 'Recovery' with light activities. Today's card is highlighted in the app and carries the Mark-session-done button.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chat is context-aware: profile, targets, today's log and health flags travel with each message. Reply shown is a real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HQ (accountability) and practical notes: install to home screen, data locality, medical disclaimer.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4.png"/><Relationship Id="rId6" Type="http://schemas.openxmlformats.org/officeDocument/2006/relationships/image" Target="../media/image-7-6.png"/><Relationship Id="rId7" Type="http://schemas.openxmlformats.org/officeDocument/2006/relationships/image" Target="../media/image-7-6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201168" cy="3200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32004" cy="20116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Shape 2"/>
          <p:cNvSpPr/>
          <p:nvPr/>
        </p:nvSpPr>
        <p:spPr>
          <a:xfrm>
            <a:off x="11164824" y="777240"/>
            <a:ext cx="201168" cy="3200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Shape 3"/>
          <p:cNvSpPr/>
          <p:nvPr/>
        </p:nvSpPr>
        <p:spPr>
          <a:xfrm>
            <a:off x="11333988" y="777240"/>
            <a:ext cx="32004" cy="20116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6048756"/>
            <a:ext cx="201168" cy="3200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5879592"/>
            <a:ext cx="32004" cy="20116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8" name="Shape 6"/>
          <p:cNvSpPr/>
          <p:nvPr/>
        </p:nvSpPr>
        <p:spPr>
          <a:xfrm>
            <a:off x="11164824" y="6048756"/>
            <a:ext cx="201168" cy="3200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9" name="Shape 7"/>
          <p:cNvSpPr/>
          <p:nvPr/>
        </p:nvSpPr>
        <p:spPr>
          <a:xfrm>
            <a:off x="11333988" y="5879592"/>
            <a:ext cx="32004" cy="20116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Shape 8"/>
          <p:cNvSpPr/>
          <p:nvPr/>
        </p:nvSpPr>
        <p:spPr>
          <a:xfrm>
            <a:off x="1325880" y="1666037"/>
            <a:ext cx="115672" cy="252374"/>
          </a:xfrm>
          <a:prstGeom prst="rect">
            <a:avLst/>
          </a:prstGeom>
          <a:solidFill>
            <a:srgbClr val="1B4DD6"/>
          </a:solidFill>
          <a:ln/>
        </p:spPr>
      </p:sp>
      <p:sp>
        <p:nvSpPr>
          <p:cNvPr id="11" name="Shape 9"/>
          <p:cNvSpPr/>
          <p:nvPr/>
        </p:nvSpPr>
        <p:spPr>
          <a:xfrm>
            <a:off x="1499387" y="1592428"/>
            <a:ext cx="115672" cy="32598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1672895" y="1518818"/>
            <a:ext cx="115672" cy="399593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3" name="Shape 11"/>
          <p:cNvSpPr/>
          <p:nvPr/>
        </p:nvSpPr>
        <p:spPr>
          <a:xfrm>
            <a:off x="1846402" y="1445209"/>
            <a:ext cx="115672" cy="473202"/>
          </a:xfrm>
          <a:prstGeom prst="rect">
            <a:avLst/>
          </a:prstGeom>
          <a:solidFill>
            <a:srgbClr val="3B1FE0"/>
          </a:solidFill>
          <a:ln/>
        </p:spPr>
      </p:sp>
      <p:sp>
        <p:nvSpPr>
          <p:cNvPr id="14" name="Shape 12"/>
          <p:cNvSpPr/>
          <p:nvPr/>
        </p:nvSpPr>
        <p:spPr>
          <a:xfrm>
            <a:off x="2019910" y="1371600"/>
            <a:ext cx="115672" cy="546811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2240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FITNESS ADVISOR  ·  HOW TO USE THE APP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25146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PULSECOACH</a:t>
            </a:r>
            <a:endParaRPr lang="en-US" sz="5800" dirty="0"/>
          </a:p>
        </p:txBody>
      </p:sp>
      <p:sp>
        <p:nvSpPr>
          <p:cNvPr id="17" name="Text 15"/>
          <p:cNvSpPr/>
          <p:nvPr/>
        </p:nvSpPr>
        <p:spPr>
          <a:xfrm>
            <a:off x="1298448" y="34290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B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pPr indent="0" marL="0">
              <a:buNone/>
            </a:pPr>
            <a:r>
              <a:rPr lang="en-US" sz="3400" i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guide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298448" y="41605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 your meals. Scan your bloodwork. Train your week — one app, coached by AI.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339596" y="4942332"/>
            <a:ext cx="5120640" cy="47548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0" name="Shape 18"/>
          <p:cNvSpPr/>
          <p:nvPr/>
        </p:nvSpPr>
        <p:spPr>
          <a:xfrm>
            <a:off x="1298448" y="4892040"/>
            <a:ext cx="5120640" cy="475488"/>
          </a:xfrm>
          <a:prstGeom prst="rect">
            <a:avLst/>
          </a:prstGeom>
          <a:solidFill>
            <a:srgbClr val="3B1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298448" y="48920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fitnessapp-tsidadmins-projects.vercel.app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1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THE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tabs. One bottom bar.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lives in the bottom navigation bar. Tap a tab to switch — nothing is more than one tap away, and your data is saved on the device as you go.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3154680"/>
            <a:ext cx="3977640" cy="1554480"/>
          </a:xfrm>
          <a:prstGeom prst="rect">
            <a:avLst/>
          </a:prstGeom>
          <a:solidFill>
            <a:srgbClr val="EEF4FB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37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1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HERE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visit? A 3-step onboarding builds your calorie &amp; macro targets before the tabs appear. In a hurry — tap “Explore with demo data”.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983480" y="1600200"/>
            <a:ext cx="33101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267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25796" y="1869948"/>
            <a:ext cx="420624" cy="42062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Shape 8"/>
          <p:cNvSpPr/>
          <p:nvPr/>
        </p:nvSpPr>
        <p:spPr>
          <a:xfrm>
            <a:off x="5184648" y="1819656"/>
            <a:ext cx="420624" cy="420624"/>
          </a:xfrm>
          <a:prstGeom prst="rect">
            <a:avLst/>
          </a:prstGeom>
          <a:solidFill>
            <a:srgbClr val="3B1FE0"/>
          </a:solidFill>
          <a:ln/>
        </p:spPr>
      </p:sp>
      <p:pic>
        <p:nvPicPr>
          <p:cNvPr id="11" name="Image 0" descr="C:\Users\Lenovo\AppData\Local\Temp\claude\C--Users-Lenovo-OneDrive-Desktop-AI-Fitness-App\561623fc-a6fb-45a5-99b3-bdfbdb344186\scratchpad\deck\icons\layout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7185" y="1912193"/>
            <a:ext cx="235549" cy="23554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69864" y="18013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0E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184648" y="2350008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Calories left, check-ins, weight trend &amp; streak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494776" y="1600200"/>
            <a:ext cx="33101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267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737092" y="1869948"/>
            <a:ext cx="420624" cy="42062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6" name="Shape 13"/>
          <p:cNvSpPr/>
          <p:nvPr/>
        </p:nvSpPr>
        <p:spPr>
          <a:xfrm>
            <a:off x="8695944" y="1819656"/>
            <a:ext cx="420624" cy="420624"/>
          </a:xfrm>
          <a:prstGeom prst="rect">
            <a:avLst/>
          </a:prstGeom>
          <a:solidFill>
            <a:srgbClr val="1B4DD6"/>
          </a:solidFill>
          <a:ln/>
        </p:spPr>
      </p:sp>
      <p:pic>
        <p:nvPicPr>
          <p:cNvPr id="17" name="Image 1" descr="C:\Users\Lenovo\AppData\Local\Temp\claude\C--Users-Lenovo-OneDrive-Desktop-AI-Fitness-App\561623fc-a6fb-45a5-99b3-bdfbdb344186\scratchpad\deck\icons\utensi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481" y="1912193"/>
            <a:ext cx="235549" cy="23554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281160" y="18013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0E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695944" y="2350008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or type meals; log workouts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983480" y="3282696"/>
            <a:ext cx="33101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267">
                <a:alpha val="13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225796" y="3552444"/>
            <a:ext cx="420624" cy="42062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2" name="Shape 18"/>
          <p:cNvSpPr/>
          <p:nvPr/>
        </p:nvSpPr>
        <p:spPr>
          <a:xfrm>
            <a:off x="5184648" y="3502152"/>
            <a:ext cx="420624" cy="420624"/>
          </a:xfrm>
          <a:prstGeom prst="rect">
            <a:avLst/>
          </a:prstGeom>
          <a:solidFill>
            <a:srgbClr val="02043B"/>
          </a:solidFill>
          <a:ln/>
        </p:spPr>
      </p:sp>
      <p:pic>
        <p:nvPicPr>
          <p:cNvPr id="23" name="Image 2" descr="C:\Users\Lenovo\AppData\Local\Temp\claude\C--Users-Lenovo-OneDrive-Desktop-AI-Fitness-App\561623fc-a6fb-45a5-99b3-bdfbdb344186\scratchpad\deck\icons\calendar-day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185" y="3594689"/>
            <a:ext cx="235549" cy="23554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769864" y="348386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0E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184648" y="4032504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AI-written 7-day training week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494776" y="3282696"/>
            <a:ext cx="33101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267">
                <a:alpha val="13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737092" y="3552444"/>
            <a:ext cx="420624" cy="42062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8" name="Shape 23"/>
          <p:cNvSpPr/>
          <p:nvPr/>
        </p:nvSpPr>
        <p:spPr>
          <a:xfrm>
            <a:off x="8695944" y="3502152"/>
            <a:ext cx="420624" cy="420624"/>
          </a:xfrm>
          <a:prstGeom prst="rect">
            <a:avLst/>
          </a:prstGeom>
          <a:solidFill>
            <a:srgbClr val="E5484D"/>
          </a:solidFill>
          <a:ln/>
        </p:spPr>
      </p:sp>
      <p:pic>
        <p:nvPicPr>
          <p:cNvPr id="29" name="Image 3" descr="C:\Users\Lenovo\AppData\Local\Temp\claude\C--Users-Lenovo-OneDrive-Desktop-AI-Fitness-App\561623fc-a6fb-45a5-99b3-bdfbdb344186\scratchpad\deck\icons\heart-pul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481" y="3594689"/>
            <a:ext cx="235549" cy="235549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81160" y="348386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0E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8695944" y="4032504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report → tailored food advice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983480" y="4965192"/>
            <a:ext cx="33101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267">
                <a:alpha val="13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225796" y="5234940"/>
            <a:ext cx="420624" cy="42062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4" name="Shape 28"/>
          <p:cNvSpPr/>
          <p:nvPr/>
        </p:nvSpPr>
        <p:spPr>
          <a:xfrm>
            <a:off x="5184648" y="5184648"/>
            <a:ext cx="420624" cy="42062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5" name="Image 4" descr="C:\Users\Lenovo\AppData\Local\Temp\claude\C--Users-Lenovo-OneDrive-Desktop-AI-Fitness-App\561623fc-a6fb-45a5-99b3-bdfbdb344186\scratchpad\deck\icons\message-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7185" y="5277185"/>
            <a:ext cx="235549" cy="235549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769864" y="51663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0E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COACH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5184648" y="5715000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that knows your numbers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8494776" y="4965192"/>
            <a:ext cx="331012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267">
                <a:alpha val="13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737092" y="5234940"/>
            <a:ext cx="420624" cy="42062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0" name="Shape 33"/>
          <p:cNvSpPr/>
          <p:nvPr/>
        </p:nvSpPr>
        <p:spPr>
          <a:xfrm>
            <a:off x="8695944" y="5184648"/>
            <a:ext cx="420624" cy="420624"/>
          </a:xfrm>
          <a:prstGeom prst="rect">
            <a:avLst/>
          </a:prstGeom>
          <a:solidFill>
            <a:srgbClr val="36454F"/>
          </a:solidFill>
          <a:ln/>
        </p:spPr>
      </p:sp>
      <p:pic>
        <p:nvPicPr>
          <p:cNvPr id="41" name="Image 5" descr="C:\Users\Lenovo\AppData\Local\Temp\claude\C--Users-Lenovo-OneDrive-Desktop-AI-Fitness-App\561623fc-a6fb-45a5-99b3-bdfbdb344186\scratchpad\deck\icons\us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481" y="5277185"/>
            <a:ext cx="235549" cy="235549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281160" y="51663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0E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HQ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8695944" y="5715000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Adherence board &amp; data reset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1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FIRST RUN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in a minute.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602736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267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64792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552444" y="1879092"/>
            <a:ext cx="420624" cy="42062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Shape 5"/>
          <p:cNvSpPr/>
          <p:nvPr/>
        </p:nvSpPr>
        <p:spPr>
          <a:xfrm>
            <a:off x="3511296" y="1828800"/>
            <a:ext cx="420624" cy="420624"/>
          </a:xfrm>
          <a:prstGeom prst="rect">
            <a:avLst/>
          </a:prstGeom>
          <a:solidFill>
            <a:srgbClr val="3B1FE0"/>
          </a:solidFill>
          <a:ln/>
        </p:spPr>
      </p:sp>
      <p:pic>
        <p:nvPicPr>
          <p:cNvPr id="8" name="Image 0" descr="C:\Users\Lenovo\AppData\Local\Temp\claude\C--Users-Lenovo-OneDrive-Desktop-AI-Fitness-App\561623fc-a6fb-45a5-99b3-bdfbdb344186\scratchpad\deck\icons\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3833" y="1921337"/>
            <a:ext cx="235549" cy="2355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560320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you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898648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name, age and sex — used only for the BMR formula.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34256" y="1600200"/>
            <a:ext cx="3602736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267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62856" y="1764792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Shape 10"/>
          <p:cNvSpPr/>
          <p:nvPr/>
        </p:nvSpPr>
        <p:spPr>
          <a:xfrm>
            <a:off x="7292340" y="1879092"/>
            <a:ext cx="420624" cy="42062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4" name="Shape 11"/>
          <p:cNvSpPr/>
          <p:nvPr/>
        </p:nvSpPr>
        <p:spPr>
          <a:xfrm>
            <a:off x="7251192" y="1828800"/>
            <a:ext cx="420624" cy="420624"/>
          </a:xfrm>
          <a:prstGeom prst="rect">
            <a:avLst/>
          </a:prstGeom>
          <a:solidFill>
            <a:srgbClr val="1B4DD6"/>
          </a:solidFill>
          <a:ln/>
        </p:spPr>
      </p:sp>
      <p:pic>
        <p:nvPicPr>
          <p:cNvPr id="15" name="Image 1" descr="C:\Users\Lenovo\AppData\Local\Temp\claude\C--Users-Lenovo-OneDrive-Desktop-AI-Fitness-App\561623fc-a6fb-45a5-99b3-bdfbdb344186\scratchpad\deck\icons\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729" y="1921337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62856" y="2560320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+ activity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62856" y="2898648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Height, weight, and how active a typical day is.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74152" y="1600200"/>
            <a:ext cx="3602736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267">
                <a:alpha val="13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302752" y="1764792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E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Shape 16"/>
          <p:cNvSpPr/>
          <p:nvPr/>
        </p:nvSpPr>
        <p:spPr>
          <a:xfrm>
            <a:off x="11032236" y="1879092"/>
            <a:ext cx="420624" cy="42062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1" name="Shape 17"/>
          <p:cNvSpPr/>
          <p:nvPr/>
        </p:nvSpPr>
        <p:spPr>
          <a:xfrm>
            <a:off x="10991088" y="1828800"/>
            <a:ext cx="420624" cy="420624"/>
          </a:xfrm>
          <a:prstGeom prst="rect">
            <a:avLst/>
          </a:prstGeom>
          <a:solidFill>
            <a:srgbClr val="E5484D"/>
          </a:solidFill>
          <a:ln/>
        </p:spPr>
      </p:sp>
      <p:pic>
        <p:nvPicPr>
          <p:cNvPr id="22" name="Image 2" descr="C:\Users\Lenovo\AppData\Local\Temp\claude\C--Users-Lenovo-OneDrive-Desktop-AI-Fitness-App\561623fc-a6fb-45a5-99b3-bdfbdb344186\scratchpad\deck\icons\fla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625" y="1921337"/>
            <a:ext cx="235549" cy="23554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02752" y="2560320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goal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302752" y="2898648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fat, maintain, or build muscle — plus training days per week (3–5).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94360" y="4069080"/>
            <a:ext cx="11000232" cy="2103120"/>
          </a:xfrm>
          <a:prstGeom prst="rect">
            <a:avLst/>
          </a:prstGeom>
          <a:solidFill>
            <a:srgbClr val="02043B"/>
          </a:solidFill>
          <a:ln w="12700">
            <a:solidFill>
              <a:srgbClr val="02043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267">
                <a:alpha val="13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868680" y="4279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APP THEN COMPUTES YOUR DAILY TARGETS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68680" y="4617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1,704</a:t>
            </a:r>
            <a:endParaRPr lang="en-US" sz="3400" dirty="0"/>
          </a:p>
        </p:txBody>
      </p:sp>
      <p:sp>
        <p:nvSpPr>
          <p:cNvPr id="28" name="Text 23"/>
          <p:cNvSpPr/>
          <p:nvPr/>
        </p:nvSpPr>
        <p:spPr>
          <a:xfrm>
            <a:off x="868680" y="5303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B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BMR KCAL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3081528" y="4617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2,343</a:t>
            </a:r>
            <a:endParaRPr lang="en-US" sz="3400" dirty="0"/>
          </a:p>
        </p:txBody>
      </p:sp>
      <p:sp>
        <p:nvSpPr>
          <p:cNvPr id="30" name="Text 25"/>
          <p:cNvSpPr/>
          <p:nvPr/>
        </p:nvSpPr>
        <p:spPr>
          <a:xfrm>
            <a:off x="3081528" y="5303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B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TDEE KCAL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5294376" y="4617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1,893</a:t>
            </a:r>
            <a:endParaRPr lang="en-US" sz="3400" dirty="0"/>
          </a:p>
        </p:txBody>
      </p:sp>
      <p:sp>
        <p:nvSpPr>
          <p:cNvPr id="32" name="Text 27"/>
          <p:cNvSpPr/>
          <p:nvPr/>
        </p:nvSpPr>
        <p:spPr>
          <a:xfrm>
            <a:off x="5294376" y="5303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B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TARGET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7507224" y="4617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g</a:t>
            </a:r>
            <a:endParaRPr lang="en-US" sz="3400" dirty="0"/>
          </a:p>
        </p:txBody>
      </p:sp>
      <p:sp>
        <p:nvSpPr>
          <p:cNvPr id="34" name="Text 29"/>
          <p:cNvSpPr/>
          <p:nvPr/>
        </p:nvSpPr>
        <p:spPr>
          <a:xfrm>
            <a:off x="7507224" y="5303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B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PROTEIN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9189720" y="46177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preview appears at step 3, so you see the numbers before you commit. Redo anytime: HQ → Reset all data.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1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TODAY TAB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day at a glance.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35508" y="1760220"/>
            <a:ext cx="402336" cy="40233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709928"/>
            <a:ext cx="402336" cy="402336"/>
          </a:xfrm>
          <a:prstGeom prst="rect">
            <a:avLst/>
          </a:prstGeom>
          <a:solidFill>
            <a:srgbClr val="3B1FE0"/>
          </a:solidFill>
          <a:ln/>
        </p:spPr>
      </p:sp>
      <p:pic>
        <p:nvPicPr>
          <p:cNvPr id="6" name="Image 0" descr="C:\Users\Lenovo\AppData\Local\Temp\claude\C--Users-Lenovo-OneDrive-Desktop-AI-Fitness-App\561623fc-a6fb-45a5-99b3-bdfbdb344186\scratchpad\deck\icons\fl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874" y="1798442"/>
            <a:ext cx="225308" cy="225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7864" y="1650492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ring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97864" y="1911096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Calories left vs your target — green on track, red when over. Macro bars track protein, carbs and fat.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" y="2875788"/>
            <a:ext cx="402336" cy="40233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Shape 7"/>
          <p:cNvSpPr/>
          <p:nvPr/>
        </p:nvSpPr>
        <p:spPr>
          <a:xfrm>
            <a:off x="594360" y="2825496"/>
            <a:ext cx="402336" cy="40233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1" name="Image 1" descr="C:\Users\Lenovo\AppData\Local\Temp\claude\C--Users-Lenovo-OneDrive-Desktop-AI-Fitness-App\561623fc-a6fb-45a5-99b3-bdfbdb344186\scratchpad\deck\icons\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74" y="2914010"/>
            <a:ext cx="225308" cy="2253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97864" y="2766060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check-ins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97864" y="3026664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30-second check-ins pace your day (see right).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5508" y="3991356"/>
            <a:ext cx="402336" cy="40233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5" name="Shape 11"/>
          <p:cNvSpPr/>
          <p:nvPr/>
        </p:nvSpPr>
        <p:spPr>
          <a:xfrm>
            <a:off x="594360" y="3941064"/>
            <a:ext cx="402336" cy="402336"/>
          </a:xfrm>
          <a:prstGeom prst="rect">
            <a:avLst/>
          </a:prstGeom>
          <a:solidFill>
            <a:srgbClr val="1B4DD6"/>
          </a:solidFill>
          <a:ln/>
        </p:spPr>
      </p:sp>
      <p:pic>
        <p:nvPicPr>
          <p:cNvPr id="16" name="Image 2" descr="C:\Users\Lenovo\AppData\Local\Temp\claude\C--Users-Lenovo-OneDrive-Desktop-AI-Fitness-App\561623fc-a6fb-45a5-99b3-bdfbdb344186\scratchpad\deck\icons\trending-d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4" y="4029578"/>
            <a:ext cx="225308" cy="2253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97864" y="38816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Bodyweight trend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97864" y="4142232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weight in the morning check-in; a trend chart appears after two entries.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" y="5106924"/>
            <a:ext cx="402336" cy="40233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0" name="Shape 15"/>
          <p:cNvSpPr/>
          <p:nvPr/>
        </p:nvSpPr>
        <p:spPr>
          <a:xfrm>
            <a:off x="594360" y="5056632"/>
            <a:ext cx="402336" cy="402336"/>
          </a:xfrm>
          <a:prstGeom prst="rect">
            <a:avLst/>
          </a:prstGeom>
          <a:solidFill>
            <a:srgbClr val="E5484D"/>
          </a:solidFill>
          <a:ln/>
        </p:spPr>
      </p:sp>
      <p:pic>
        <p:nvPicPr>
          <p:cNvPr id="21" name="Image 3" descr="C:\Users\Lenovo\AppData\Local\Temp\claude\C--Users-Lenovo-OneDrive-Desktop-AI-Fitness-App\561623fc-a6fb-45a5-99b3-bdfbdb344186\scratchpad\deck\icons\dumb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74" y="5145146"/>
            <a:ext cx="225308" cy="2253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97864" y="4997196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 &amp; streak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197864" y="5257800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planned workout for the day, plus a streak counter for consecutive active days.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720840" y="1600200"/>
            <a:ext cx="4892040" cy="4572000"/>
          </a:xfrm>
          <a:prstGeom prst="rect">
            <a:avLst/>
          </a:prstGeom>
          <a:solidFill>
            <a:srgbClr val="10144F"/>
          </a:solidFill>
          <a:ln w="12700">
            <a:solidFill>
              <a:srgbClr val="26306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9951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3 CHECK-INS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7036308" y="2336292"/>
            <a:ext cx="402336" cy="40233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7" name="Shape 21"/>
          <p:cNvSpPr/>
          <p:nvPr/>
        </p:nvSpPr>
        <p:spPr>
          <a:xfrm>
            <a:off x="6995160" y="2286000"/>
            <a:ext cx="402336" cy="40233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8" name="Image 4" descr="C:\Users\Lenovo\AppData\Local\Temp\claude\C--Users-Lenovo-OneDrive-Desktop-AI-Fitness-App\561623fc-a6fb-45a5-99b3-bdfbdb344186\scratchpad\deck\icons\su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3674" y="2374514"/>
            <a:ext cx="225308" cy="2253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89520" y="22494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· from 08:00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589520" y="252374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(optional), sleep quality, energy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7036308" y="3323844"/>
            <a:ext cx="402336" cy="40233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2" name="Shape 25"/>
          <p:cNvSpPr/>
          <p:nvPr/>
        </p:nvSpPr>
        <p:spPr>
          <a:xfrm>
            <a:off x="6995160" y="3273552"/>
            <a:ext cx="402336" cy="402336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33" name="Image 5" descr="C:\Users\Lenovo\AppData\Local\Temp\claude\C--Users-Lenovo-OneDrive-Desktop-AI-Fitness-App\561623fc-a6fb-45a5-99b3-bdfbdb344186\scratchpad\deck\icons\za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3674" y="3362066"/>
            <a:ext cx="225308" cy="2253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589520" y="3236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Midday · unlocks 11:00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7589520" y="35112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 and water intake so far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7036308" y="4311396"/>
            <a:ext cx="402336" cy="40233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7" name="Shape 29"/>
          <p:cNvSpPr/>
          <p:nvPr/>
        </p:nvSpPr>
        <p:spPr>
          <a:xfrm>
            <a:off x="6995160" y="4261104"/>
            <a:ext cx="402336" cy="402336"/>
          </a:xfrm>
          <a:prstGeom prst="rect">
            <a:avLst/>
          </a:prstGeom>
          <a:solidFill>
            <a:srgbClr val="3B1FE0"/>
          </a:solidFill>
          <a:ln/>
        </p:spPr>
      </p:sp>
      <p:pic>
        <p:nvPicPr>
          <p:cNvPr id="38" name="Image 6" descr="C:\Users\Lenovo\AppData\Local\Temp\claude\C--Users-Lenovo-OneDrive-Desktop-AI-Fitness-App\561623fc-a6fb-45a5-99b3-bdfbdb344186\scratchpad\deck\icons\mo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3674" y="4349618"/>
            <a:ext cx="225308" cy="22530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589520" y="4224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 · unlocks 17:00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7589520" y="44988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the day, on-plan? plus a note for your coach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6995160" y="5349240"/>
            <a:ext cx="4343400" cy="9144"/>
          </a:xfrm>
          <a:prstGeom prst="rect">
            <a:avLst/>
          </a:prstGeom>
          <a:solidFill>
            <a:srgbClr val="26306B"/>
          </a:solidFill>
          <a:ln/>
        </p:spPr>
      </p:sp>
      <p:pic>
        <p:nvPicPr>
          <p:cNvPr id="42" name="Image 7" descr="C:\Users\Lenovo\AppData\Local\Temp\claude\C--Users-Lenovo-OneDrive-Desktop-AI-Fitness-App\561623fc-a6fb-45a5-99b3-bdfbdb344186\scratchpad\deck\icons\lo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48" y="5532120"/>
            <a:ext cx="201168" cy="20116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315200" y="5468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slots stay locked until their window — completed ones show a green tick with the logged time.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LOG TAB — FUEL SCANNER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Point. Shoot. Log.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2487168" cy="2286000"/>
          </a:xfrm>
          <a:prstGeom prst="rect">
            <a:avLst/>
          </a:prstGeom>
          <a:solidFill>
            <a:srgbClr val="10144F"/>
          </a:solidFill>
          <a:ln w="12700">
            <a:solidFill>
              <a:srgbClr val="2630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773936"/>
            <a:ext cx="201168" cy="3200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" y="1773936"/>
            <a:ext cx="32004" cy="20116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Shape 5"/>
          <p:cNvSpPr/>
          <p:nvPr/>
        </p:nvSpPr>
        <p:spPr>
          <a:xfrm>
            <a:off x="2752344" y="1773936"/>
            <a:ext cx="201168" cy="3200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8" name="Shape 6"/>
          <p:cNvSpPr/>
          <p:nvPr/>
        </p:nvSpPr>
        <p:spPr>
          <a:xfrm>
            <a:off x="2921508" y="1773936"/>
            <a:ext cx="32004" cy="20116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3771900"/>
            <a:ext cx="201168" cy="3200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3602736"/>
            <a:ext cx="32004" cy="20116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Shape 9"/>
          <p:cNvSpPr/>
          <p:nvPr/>
        </p:nvSpPr>
        <p:spPr>
          <a:xfrm>
            <a:off x="2752344" y="3771900"/>
            <a:ext cx="201168" cy="3200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1508" y="3602736"/>
            <a:ext cx="32004" cy="20116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3" name="Shape 11"/>
          <p:cNvSpPr/>
          <p:nvPr/>
        </p:nvSpPr>
        <p:spPr>
          <a:xfrm>
            <a:off x="909828" y="1988820"/>
            <a:ext cx="438912" cy="43891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1938528"/>
            <a:ext cx="438912" cy="438912"/>
          </a:xfrm>
          <a:prstGeom prst="rect">
            <a:avLst/>
          </a:prstGeom>
          <a:solidFill>
            <a:srgbClr val="3B1FE0"/>
          </a:solidFill>
          <a:ln/>
        </p:spPr>
      </p:sp>
      <p:pic>
        <p:nvPicPr>
          <p:cNvPr id="15" name="Image 0" descr="C:\Users\Lenovo\AppData\Local\Temp\claude\C--Users-Lenovo-OneDrive-Desktop-AI-Fitness-App\561623fc-a6fb-45a5-99b3-bdfbdb344186\scratchpad\deck\icons\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41" y="2035089"/>
            <a:ext cx="245791" cy="24579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395728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63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68680" y="256032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 or drop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68680" y="288036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frame to open the camera, or drag a photo in on desktop.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099816" y="2514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3465576" y="1645920"/>
            <a:ext cx="2487168" cy="2286000"/>
          </a:xfrm>
          <a:prstGeom prst="rect">
            <a:avLst/>
          </a:prstGeom>
          <a:solidFill>
            <a:srgbClr val="10144F"/>
          </a:solidFill>
          <a:ln w="12700">
            <a:solidFill>
              <a:srgbClr val="26306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593592" y="1773936"/>
            <a:ext cx="201168" cy="32004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22" name="Shape 19"/>
          <p:cNvSpPr/>
          <p:nvPr/>
        </p:nvSpPr>
        <p:spPr>
          <a:xfrm>
            <a:off x="3593592" y="1773936"/>
            <a:ext cx="32004" cy="201168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23" name="Shape 20"/>
          <p:cNvSpPr/>
          <p:nvPr/>
        </p:nvSpPr>
        <p:spPr>
          <a:xfrm>
            <a:off x="5623560" y="1773936"/>
            <a:ext cx="201168" cy="32004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24" name="Shape 21"/>
          <p:cNvSpPr/>
          <p:nvPr/>
        </p:nvSpPr>
        <p:spPr>
          <a:xfrm>
            <a:off x="5792724" y="1773936"/>
            <a:ext cx="32004" cy="201168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25" name="Shape 22"/>
          <p:cNvSpPr/>
          <p:nvPr/>
        </p:nvSpPr>
        <p:spPr>
          <a:xfrm>
            <a:off x="3593592" y="3771900"/>
            <a:ext cx="201168" cy="32004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26" name="Shape 23"/>
          <p:cNvSpPr/>
          <p:nvPr/>
        </p:nvSpPr>
        <p:spPr>
          <a:xfrm>
            <a:off x="3593592" y="3602736"/>
            <a:ext cx="32004" cy="201168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27" name="Shape 24"/>
          <p:cNvSpPr/>
          <p:nvPr/>
        </p:nvSpPr>
        <p:spPr>
          <a:xfrm>
            <a:off x="5623560" y="3771900"/>
            <a:ext cx="201168" cy="32004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28" name="Shape 25"/>
          <p:cNvSpPr/>
          <p:nvPr/>
        </p:nvSpPr>
        <p:spPr>
          <a:xfrm>
            <a:off x="5792724" y="3602736"/>
            <a:ext cx="32004" cy="201168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29" name="Shape 26"/>
          <p:cNvSpPr/>
          <p:nvPr/>
        </p:nvSpPr>
        <p:spPr>
          <a:xfrm>
            <a:off x="3781044" y="1988820"/>
            <a:ext cx="438912" cy="43891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0" name="Shape 27"/>
          <p:cNvSpPr/>
          <p:nvPr/>
        </p:nvSpPr>
        <p:spPr>
          <a:xfrm>
            <a:off x="3739896" y="1938528"/>
            <a:ext cx="438912" cy="438912"/>
          </a:xfrm>
          <a:prstGeom prst="rect">
            <a:avLst/>
          </a:prstGeom>
          <a:solidFill>
            <a:srgbClr val="1B4DD6"/>
          </a:solidFill>
          <a:ln/>
        </p:spPr>
      </p:sp>
      <p:pic>
        <p:nvPicPr>
          <p:cNvPr id="31" name="Image 1" descr="C:\Users\Lenovo\AppData\Local\Temp\claude\C--Users-Lenovo-OneDrive-Desktop-AI-Fitness-App\561623fc-a6fb-45a5-99b3-bdfbdb344186\scratchpad\deck\icons\scan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457" y="2035089"/>
            <a:ext cx="245791" cy="245791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266944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63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33" name="Text 29"/>
          <p:cNvSpPr/>
          <p:nvPr/>
        </p:nvSpPr>
        <p:spPr>
          <a:xfrm>
            <a:off x="3739896" y="256032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reads the plate</a:t>
            </a:r>
            <a:endParaRPr lang="en-US" sz="1450" dirty="0"/>
          </a:p>
        </p:txBody>
      </p:sp>
      <p:sp>
        <p:nvSpPr>
          <p:cNvPr id="34" name="Text 30"/>
          <p:cNvSpPr/>
          <p:nvPr/>
        </p:nvSpPr>
        <p:spPr>
          <a:xfrm>
            <a:off x="3739896" y="288036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the dish and estimates the portion — local hawker food included.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5971032" y="2514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Shape 32"/>
          <p:cNvSpPr/>
          <p:nvPr/>
        </p:nvSpPr>
        <p:spPr>
          <a:xfrm>
            <a:off x="6336792" y="1645920"/>
            <a:ext cx="2487168" cy="2286000"/>
          </a:xfrm>
          <a:prstGeom prst="rect">
            <a:avLst/>
          </a:prstGeom>
          <a:solidFill>
            <a:srgbClr val="10144F"/>
          </a:solidFill>
          <a:ln w="12700">
            <a:solidFill>
              <a:srgbClr val="26306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464808" y="1773936"/>
            <a:ext cx="201168" cy="32004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38" name="Shape 34"/>
          <p:cNvSpPr/>
          <p:nvPr/>
        </p:nvSpPr>
        <p:spPr>
          <a:xfrm>
            <a:off x="6464808" y="1773936"/>
            <a:ext cx="32004" cy="201168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39" name="Shape 35"/>
          <p:cNvSpPr/>
          <p:nvPr/>
        </p:nvSpPr>
        <p:spPr>
          <a:xfrm>
            <a:off x="8494776" y="1773936"/>
            <a:ext cx="201168" cy="32004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40" name="Shape 36"/>
          <p:cNvSpPr/>
          <p:nvPr/>
        </p:nvSpPr>
        <p:spPr>
          <a:xfrm>
            <a:off x="8663940" y="1773936"/>
            <a:ext cx="32004" cy="201168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41" name="Shape 37"/>
          <p:cNvSpPr/>
          <p:nvPr/>
        </p:nvSpPr>
        <p:spPr>
          <a:xfrm>
            <a:off x="6464808" y="3771900"/>
            <a:ext cx="201168" cy="32004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42" name="Shape 38"/>
          <p:cNvSpPr/>
          <p:nvPr/>
        </p:nvSpPr>
        <p:spPr>
          <a:xfrm>
            <a:off x="6464808" y="3602736"/>
            <a:ext cx="32004" cy="201168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43" name="Shape 39"/>
          <p:cNvSpPr/>
          <p:nvPr/>
        </p:nvSpPr>
        <p:spPr>
          <a:xfrm>
            <a:off x="8494776" y="3771900"/>
            <a:ext cx="201168" cy="32004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44" name="Shape 40"/>
          <p:cNvSpPr/>
          <p:nvPr/>
        </p:nvSpPr>
        <p:spPr>
          <a:xfrm>
            <a:off x="8663940" y="3602736"/>
            <a:ext cx="32004" cy="201168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45" name="Shape 41"/>
          <p:cNvSpPr/>
          <p:nvPr/>
        </p:nvSpPr>
        <p:spPr>
          <a:xfrm>
            <a:off x="6652260" y="1988820"/>
            <a:ext cx="438912" cy="43891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6" name="Shape 42"/>
          <p:cNvSpPr/>
          <p:nvPr/>
        </p:nvSpPr>
        <p:spPr>
          <a:xfrm>
            <a:off x="6611112" y="1938528"/>
            <a:ext cx="438912" cy="43891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47" name="Image 2" descr="C:\Users\Lenovo\AppData\Local\Temp\claude\C--Users-Lenovo-OneDrive-Desktop-AI-Fitness-App\561623fc-a6fb-45a5-99b3-bdfbdb344186\scratchpad\deck\icons\pencil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673" y="2035089"/>
            <a:ext cx="245791" cy="245791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813816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63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600" dirty="0"/>
          </a:p>
        </p:txBody>
      </p:sp>
      <p:sp>
        <p:nvSpPr>
          <p:cNvPr id="49" name="Text 44"/>
          <p:cNvSpPr/>
          <p:nvPr/>
        </p:nvSpPr>
        <p:spPr>
          <a:xfrm>
            <a:off x="6611112" y="256032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450" dirty="0"/>
          </a:p>
        </p:txBody>
      </p:sp>
      <p:sp>
        <p:nvSpPr>
          <p:cNvPr id="50" name="Text 45"/>
          <p:cNvSpPr/>
          <p:nvPr/>
        </p:nvSpPr>
        <p:spPr>
          <a:xfrm>
            <a:off x="6611112" y="288036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Calories, protein / carbs / fat, and a per-item breakdown.</a:t>
            </a:r>
            <a:endParaRPr lang="en-US" sz="1050" dirty="0"/>
          </a:p>
        </p:txBody>
      </p:sp>
      <p:sp>
        <p:nvSpPr>
          <p:cNvPr id="51" name="Text 46"/>
          <p:cNvSpPr/>
          <p:nvPr/>
        </p:nvSpPr>
        <p:spPr>
          <a:xfrm>
            <a:off x="8842248" y="2514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52" name="Shape 47"/>
          <p:cNvSpPr/>
          <p:nvPr/>
        </p:nvSpPr>
        <p:spPr>
          <a:xfrm>
            <a:off x="9208008" y="1645920"/>
            <a:ext cx="2487168" cy="2286000"/>
          </a:xfrm>
          <a:prstGeom prst="rect">
            <a:avLst/>
          </a:prstGeom>
          <a:solidFill>
            <a:srgbClr val="10144F"/>
          </a:solidFill>
          <a:ln w="12700">
            <a:solidFill>
              <a:srgbClr val="26306B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9336024" y="1773936"/>
            <a:ext cx="201168" cy="32004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54" name="Shape 49"/>
          <p:cNvSpPr/>
          <p:nvPr/>
        </p:nvSpPr>
        <p:spPr>
          <a:xfrm>
            <a:off x="9336024" y="1773936"/>
            <a:ext cx="32004" cy="201168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55" name="Shape 50"/>
          <p:cNvSpPr/>
          <p:nvPr/>
        </p:nvSpPr>
        <p:spPr>
          <a:xfrm>
            <a:off x="11365992" y="1773936"/>
            <a:ext cx="201168" cy="32004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56" name="Shape 51"/>
          <p:cNvSpPr/>
          <p:nvPr/>
        </p:nvSpPr>
        <p:spPr>
          <a:xfrm>
            <a:off x="11535156" y="1773936"/>
            <a:ext cx="32004" cy="201168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57" name="Shape 52"/>
          <p:cNvSpPr/>
          <p:nvPr/>
        </p:nvSpPr>
        <p:spPr>
          <a:xfrm>
            <a:off x="9336024" y="3771900"/>
            <a:ext cx="201168" cy="32004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58" name="Shape 53"/>
          <p:cNvSpPr/>
          <p:nvPr/>
        </p:nvSpPr>
        <p:spPr>
          <a:xfrm>
            <a:off x="9336024" y="3602736"/>
            <a:ext cx="32004" cy="201168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59" name="Shape 54"/>
          <p:cNvSpPr/>
          <p:nvPr/>
        </p:nvSpPr>
        <p:spPr>
          <a:xfrm>
            <a:off x="11365992" y="3771900"/>
            <a:ext cx="201168" cy="32004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60" name="Shape 55"/>
          <p:cNvSpPr/>
          <p:nvPr/>
        </p:nvSpPr>
        <p:spPr>
          <a:xfrm>
            <a:off x="11535156" y="3602736"/>
            <a:ext cx="32004" cy="201168"/>
          </a:xfrm>
          <a:prstGeom prst="rect">
            <a:avLst/>
          </a:prstGeom>
          <a:solidFill>
            <a:srgbClr val="10144F"/>
          </a:solidFill>
          <a:ln/>
        </p:spPr>
      </p:sp>
      <p:sp>
        <p:nvSpPr>
          <p:cNvPr id="61" name="Shape 56"/>
          <p:cNvSpPr/>
          <p:nvPr/>
        </p:nvSpPr>
        <p:spPr>
          <a:xfrm>
            <a:off x="9523476" y="1988820"/>
            <a:ext cx="438912" cy="43891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2" name="Shape 57"/>
          <p:cNvSpPr/>
          <p:nvPr/>
        </p:nvSpPr>
        <p:spPr>
          <a:xfrm>
            <a:off x="9482328" y="1938528"/>
            <a:ext cx="438912" cy="438912"/>
          </a:xfrm>
          <a:prstGeom prst="rect">
            <a:avLst/>
          </a:prstGeom>
          <a:solidFill>
            <a:srgbClr val="E5484D"/>
          </a:solidFill>
          <a:ln/>
        </p:spPr>
      </p:sp>
      <p:pic>
        <p:nvPicPr>
          <p:cNvPr id="63" name="Image 3" descr="C:\Users\Lenovo\AppData\Local\Temp\claude\C--Users-Lenovo-OneDrive-Desktop-AI-Fitness-App\561623fc-a6fb-45a5-99b3-bdfbdb344186\scratchpad\deck\icons\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889" y="2035089"/>
            <a:ext cx="245791" cy="245791"/>
          </a:xfrm>
          <a:prstGeom prst="rect">
            <a:avLst/>
          </a:prstGeom>
        </p:spPr>
      </p:pic>
      <p:sp>
        <p:nvSpPr>
          <p:cNvPr id="64" name="Text 58"/>
          <p:cNvSpPr/>
          <p:nvPr/>
        </p:nvSpPr>
        <p:spPr>
          <a:xfrm>
            <a:off x="11009376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63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600" dirty="0"/>
          </a:p>
        </p:txBody>
      </p:sp>
      <p:sp>
        <p:nvSpPr>
          <p:cNvPr id="65" name="Text 59"/>
          <p:cNvSpPr/>
          <p:nvPr/>
        </p:nvSpPr>
        <p:spPr>
          <a:xfrm>
            <a:off x="9482328" y="256032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today</a:t>
            </a:r>
            <a:endParaRPr lang="en-US" sz="1450" dirty="0"/>
          </a:p>
        </p:txBody>
      </p:sp>
      <p:sp>
        <p:nvSpPr>
          <p:cNvPr id="66" name="Text 60"/>
          <p:cNvSpPr/>
          <p:nvPr/>
        </p:nvSpPr>
        <p:spPr>
          <a:xfrm>
            <a:off x="9482328" y="288036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logs it to the meal bucket you picked (breakfast – snack).</a:t>
            </a:r>
            <a:endParaRPr lang="en-US" sz="1050" dirty="0"/>
          </a:p>
        </p:txBody>
      </p:sp>
      <p:sp>
        <p:nvSpPr>
          <p:cNvPr id="67" name="Shape 61"/>
          <p:cNvSpPr/>
          <p:nvPr/>
        </p:nvSpPr>
        <p:spPr>
          <a:xfrm>
            <a:off x="594360" y="4251960"/>
            <a:ext cx="11000232" cy="1965960"/>
          </a:xfrm>
          <a:prstGeom prst="rect">
            <a:avLst/>
          </a:prstGeom>
          <a:solidFill>
            <a:srgbClr val="10144F"/>
          </a:solidFill>
          <a:ln w="12700">
            <a:solidFill>
              <a:srgbClr val="26306B"/>
            </a:solidFill>
            <a:prstDash val="solid"/>
          </a:ln>
        </p:spPr>
      </p:sp>
      <p:sp>
        <p:nvSpPr>
          <p:cNvPr id="68" name="Text 62"/>
          <p:cNvSpPr/>
          <p:nvPr/>
        </p:nvSpPr>
        <p:spPr>
          <a:xfrm>
            <a:off x="868680" y="4434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 RESULT LOOKS LIKE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868680" y="4754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Hainanese chicken rice + iced tea</a:t>
            </a:r>
            <a:endParaRPr lang="en-US" sz="1600" dirty="0"/>
          </a:p>
        </p:txBody>
      </p:sp>
      <p:sp>
        <p:nvSpPr>
          <p:cNvPr id="70" name="Text 64"/>
          <p:cNvSpPr/>
          <p:nvPr/>
        </p:nvSpPr>
        <p:spPr>
          <a:xfrm>
            <a:off x="868680" y="510235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“Assumes a standard hawker portion with a glass of sweetened iced tea.”</a:t>
            </a:r>
            <a:endParaRPr lang="en-US" sz="1050" dirty="0"/>
          </a:p>
        </p:txBody>
      </p:sp>
      <p:sp>
        <p:nvSpPr>
          <p:cNvPr id="71" name="Text 65"/>
          <p:cNvSpPr/>
          <p:nvPr/>
        </p:nvSpPr>
        <p:spPr>
          <a:xfrm>
            <a:off x="5394960" y="4800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760</a:t>
            </a:r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KCAL</a:t>
            </a:r>
            <a:endParaRPr lang="en-US" sz="4400" dirty="0"/>
          </a:p>
        </p:txBody>
      </p:sp>
      <p:sp>
        <p:nvSpPr>
          <p:cNvPr id="72" name="Shape 66"/>
          <p:cNvSpPr/>
          <p:nvPr/>
        </p:nvSpPr>
        <p:spPr>
          <a:xfrm>
            <a:off x="8366760" y="4800600"/>
            <a:ext cx="969264" cy="777240"/>
          </a:xfrm>
          <a:prstGeom prst="rect">
            <a:avLst/>
          </a:prstGeom>
          <a:solidFill>
            <a:srgbClr val="02043B"/>
          </a:solidFill>
          <a:ln w="12700">
            <a:solidFill>
              <a:srgbClr val="26306B"/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8366760" y="4882896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38g</a:t>
            </a:r>
            <a:endParaRPr lang="en-US" sz="1500" dirty="0"/>
          </a:p>
        </p:txBody>
      </p:sp>
      <p:sp>
        <p:nvSpPr>
          <p:cNvPr id="74" name="Text 68"/>
          <p:cNvSpPr/>
          <p:nvPr/>
        </p:nvSpPr>
        <p:spPr>
          <a:xfrm>
            <a:off x="8366760" y="5248656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PROTEIN</a:t>
            </a:r>
            <a:endParaRPr lang="en-US" sz="750" dirty="0"/>
          </a:p>
        </p:txBody>
      </p:sp>
      <p:sp>
        <p:nvSpPr>
          <p:cNvPr id="75" name="Shape 69"/>
          <p:cNvSpPr/>
          <p:nvPr/>
        </p:nvSpPr>
        <p:spPr>
          <a:xfrm>
            <a:off x="9445752" y="4800600"/>
            <a:ext cx="969264" cy="777240"/>
          </a:xfrm>
          <a:prstGeom prst="rect">
            <a:avLst/>
          </a:prstGeom>
          <a:solidFill>
            <a:srgbClr val="02043B"/>
          </a:solidFill>
          <a:ln w="12700">
            <a:solidFill>
              <a:srgbClr val="26306B"/>
            </a:solidFill>
            <a:prstDash val="solid"/>
          </a:ln>
        </p:spPr>
      </p:sp>
      <p:sp>
        <p:nvSpPr>
          <p:cNvPr id="76" name="Text 70"/>
          <p:cNvSpPr/>
          <p:nvPr/>
        </p:nvSpPr>
        <p:spPr>
          <a:xfrm>
            <a:off x="9445752" y="4882896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78g</a:t>
            </a:r>
            <a:endParaRPr lang="en-US" sz="1500" dirty="0"/>
          </a:p>
        </p:txBody>
      </p:sp>
      <p:sp>
        <p:nvSpPr>
          <p:cNvPr id="77" name="Text 71"/>
          <p:cNvSpPr/>
          <p:nvPr/>
        </p:nvSpPr>
        <p:spPr>
          <a:xfrm>
            <a:off x="9445752" y="5248656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CARBS</a:t>
            </a:r>
            <a:endParaRPr lang="en-US" sz="750" dirty="0"/>
          </a:p>
        </p:txBody>
      </p:sp>
      <p:sp>
        <p:nvSpPr>
          <p:cNvPr id="78" name="Shape 72"/>
          <p:cNvSpPr/>
          <p:nvPr/>
        </p:nvSpPr>
        <p:spPr>
          <a:xfrm>
            <a:off x="10524744" y="4800600"/>
            <a:ext cx="969264" cy="777240"/>
          </a:xfrm>
          <a:prstGeom prst="rect">
            <a:avLst/>
          </a:prstGeom>
          <a:solidFill>
            <a:srgbClr val="02043B"/>
          </a:solidFill>
          <a:ln w="12700">
            <a:solidFill>
              <a:srgbClr val="26306B"/>
            </a:solidFill>
            <a:prstDash val="solid"/>
          </a:ln>
        </p:spPr>
      </p:sp>
      <p:sp>
        <p:nvSpPr>
          <p:cNvPr id="79" name="Text 73"/>
          <p:cNvSpPr/>
          <p:nvPr/>
        </p:nvSpPr>
        <p:spPr>
          <a:xfrm>
            <a:off x="10524744" y="4882896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28g</a:t>
            </a:r>
            <a:endParaRPr lang="en-US" sz="1500" dirty="0"/>
          </a:p>
        </p:txBody>
      </p:sp>
      <p:sp>
        <p:nvSpPr>
          <p:cNvPr id="80" name="Text 74"/>
          <p:cNvSpPr/>
          <p:nvPr/>
        </p:nvSpPr>
        <p:spPr>
          <a:xfrm>
            <a:off x="10524744" y="5248656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1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LOG TAB — MORE WAYS 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photo? Type it. Trained? Log it.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267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9828" y="1952244"/>
            <a:ext cx="420624" cy="42062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901952"/>
            <a:ext cx="420624" cy="420624"/>
          </a:xfrm>
          <a:prstGeom prst="rect">
            <a:avLst/>
          </a:prstGeom>
          <a:solidFill>
            <a:srgbClr val="1B4DD6"/>
          </a:solidFill>
          <a:ln/>
        </p:spPr>
      </p:sp>
      <p:pic>
        <p:nvPicPr>
          <p:cNvPr id="7" name="Image 0" descr="C:\Users\Lenovo\AppData\Local\Temp\claude\C--Users-Lenovo-OneDrive-Desktop-AI-Fitness-App\561623fc-a6fb-45a5-99b3-bdfbdb344186\scratchpad\deck\icons\pencil-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1994489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0E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TEXT ENTRY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487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meal bucket, describe what you ate, tap Add.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2880360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8803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breakfast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75688" y="2880360"/>
            <a:ext cx="1097280" cy="310896"/>
          </a:xfrm>
          <a:prstGeom prst="rect">
            <a:avLst/>
          </a:prstGeom>
          <a:solidFill>
            <a:srgbClr val="02043B"/>
          </a:solidFill>
          <a:ln w="12700">
            <a:solidFill>
              <a:srgbClr val="0204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75688" y="28803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lunch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82696" y="2880360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82696" y="28803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dinner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489704" y="2880360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89704" y="28803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snack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8680" y="3401568"/>
            <a:ext cx="3611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" y="3401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chicken rice, less rice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613148" y="3451860"/>
            <a:ext cx="1143000" cy="4572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2000" y="3401568"/>
            <a:ext cx="1143000" cy="457200"/>
          </a:xfrm>
          <a:prstGeom prst="rect">
            <a:avLst/>
          </a:prstGeom>
          <a:solidFill>
            <a:srgbClr val="3B1FE0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0" y="34015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Add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68680" y="3931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68680" y="4297680"/>
            <a:ext cx="4846320" cy="685800"/>
          </a:xfrm>
          <a:prstGeom prst="rect">
            <a:avLst/>
          </a:prstGeom>
          <a:solidFill>
            <a:srgbClr val="EEF4FB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51560" y="43799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Chicken Rice (Less Rice)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51560" y="46451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P30  C45  F19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206240" y="44622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 kcal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68680" y="52578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AI is unreachable you still get a rough 300 kcal placeholder you can delete — the log never blocks you.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263640" y="1645920"/>
            <a:ext cx="53492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267">
                <a:alpha val="13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579108" y="1952244"/>
            <a:ext cx="420624" cy="42062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1" name="Shape 28"/>
          <p:cNvSpPr/>
          <p:nvPr/>
        </p:nvSpPr>
        <p:spPr>
          <a:xfrm>
            <a:off x="6537960" y="1901952"/>
            <a:ext cx="420624" cy="420624"/>
          </a:xfrm>
          <a:prstGeom prst="rect">
            <a:avLst/>
          </a:prstGeom>
          <a:solidFill>
            <a:srgbClr val="E5484D"/>
          </a:solidFill>
          <a:ln/>
        </p:spPr>
      </p:sp>
      <p:pic>
        <p:nvPicPr>
          <p:cNvPr id="32" name="Image 1" descr="C:\Users\Lenovo\AppData\Local\Temp\claude\C--Users-Lenovo-OneDrive-Desktop-AI-Fitness-App\561623fc-a6fb-45a5-99b3-bdfbdb344186\scratchpad\deck\icons\dumbb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497" y="1994489"/>
            <a:ext cx="235549" cy="235549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13232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0E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LOG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537960" y="2606040"/>
            <a:ext cx="3063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675120" y="2606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day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9692640" y="2606040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692640" y="26060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10648188" y="2656332"/>
            <a:ext cx="777240" cy="4572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9" name="Shape 35"/>
          <p:cNvSpPr/>
          <p:nvPr/>
        </p:nvSpPr>
        <p:spPr>
          <a:xfrm>
            <a:off x="10607040" y="2606040"/>
            <a:ext cx="777240" cy="457200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40" name="Text 36"/>
          <p:cNvSpPr/>
          <p:nvPr/>
        </p:nvSpPr>
        <p:spPr>
          <a:xfrm>
            <a:off x="10607040" y="26060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41" name="Shape 37"/>
          <p:cNvSpPr/>
          <p:nvPr/>
        </p:nvSpPr>
        <p:spPr>
          <a:xfrm>
            <a:off x="6579108" y="3479292"/>
            <a:ext cx="329184" cy="32918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2" name="Shape 38"/>
          <p:cNvSpPr/>
          <p:nvPr/>
        </p:nvSpPr>
        <p:spPr>
          <a:xfrm>
            <a:off x="6537960" y="3429000"/>
            <a:ext cx="329184" cy="329184"/>
          </a:xfrm>
          <a:prstGeom prst="rect">
            <a:avLst/>
          </a:prstGeom>
          <a:solidFill>
            <a:srgbClr val="02043B"/>
          </a:solidFill>
          <a:ln/>
        </p:spPr>
      </p:sp>
      <p:pic>
        <p:nvPicPr>
          <p:cNvPr id="43" name="Image 2" descr="C:\Users\Lenovo\AppData\Local\Temp\claude\C--Users-Lenovo-OneDrive-Desktop-AI-Fitness-App\561623fc-a6fb-45a5-99b3-bdfbdb344186\scratchpad\deck\icons\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380" y="3501420"/>
            <a:ext cx="184343" cy="184343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7022592" y="338328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session and add minutes — that's it.</a:t>
            </a:r>
            <a:endParaRPr lang="en-US" sz="1150" dirty="0"/>
          </a:p>
        </p:txBody>
      </p:sp>
      <p:sp>
        <p:nvSpPr>
          <p:cNvPr id="45" name="Shape 40"/>
          <p:cNvSpPr/>
          <p:nvPr/>
        </p:nvSpPr>
        <p:spPr>
          <a:xfrm>
            <a:off x="6579108" y="4283964"/>
            <a:ext cx="329184" cy="32918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6" name="Shape 41"/>
          <p:cNvSpPr/>
          <p:nvPr/>
        </p:nvSpPr>
        <p:spPr>
          <a:xfrm>
            <a:off x="6537960" y="4233672"/>
            <a:ext cx="329184" cy="329184"/>
          </a:xfrm>
          <a:prstGeom prst="rect">
            <a:avLst/>
          </a:prstGeom>
          <a:solidFill>
            <a:srgbClr val="02043B"/>
          </a:solidFill>
          <a:ln/>
        </p:spPr>
      </p:sp>
      <p:pic>
        <p:nvPicPr>
          <p:cNvPr id="47" name="Image 3" descr="C:\Users\Lenovo\AppData\Local\Temp\claude\C--Users-Lenovo-OneDrive-Desktop-AI-Fitness-App\561623fc-a6fb-45a5-99b3-bdfbdb344186\scratchpad\deck\icons\calendar-day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380" y="4306092"/>
            <a:ext cx="184343" cy="184343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7022592" y="4187952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“Mark session done” on the PLAN tab logs 45 min here automatically.</a:t>
            </a:r>
            <a:endParaRPr lang="en-US" sz="1150" dirty="0"/>
          </a:p>
        </p:txBody>
      </p:sp>
      <p:sp>
        <p:nvSpPr>
          <p:cNvPr id="49" name="Shape 43"/>
          <p:cNvSpPr/>
          <p:nvPr/>
        </p:nvSpPr>
        <p:spPr>
          <a:xfrm>
            <a:off x="6579108" y="5088636"/>
            <a:ext cx="329184" cy="32918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0" name="Shape 44"/>
          <p:cNvSpPr/>
          <p:nvPr/>
        </p:nvSpPr>
        <p:spPr>
          <a:xfrm>
            <a:off x="6537960" y="5038344"/>
            <a:ext cx="329184" cy="329184"/>
          </a:xfrm>
          <a:prstGeom prst="rect">
            <a:avLst/>
          </a:prstGeom>
          <a:solidFill>
            <a:srgbClr val="02043B"/>
          </a:solidFill>
          <a:ln/>
        </p:spPr>
      </p:sp>
      <p:pic>
        <p:nvPicPr>
          <p:cNvPr id="51" name="Image 4" descr="C:\Users\Lenovo\AppData\Local\Temp\claude\C--Users-Lenovo-OneDrive-Desktop-AI-Fitness-App\561623fc-a6fb-45a5-99b3-bdfbdb344186\scratchpad\deck\icons\refresh-c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80" y="5110764"/>
            <a:ext cx="184343" cy="184343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7022592" y="4992624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entry (food or training) can be deleted with its trash icon.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1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HEALTH TAB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advice from your bloodwork.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35508" y="1805940"/>
            <a:ext cx="402336" cy="40233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755648"/>
            <a:ext cx="402336" cy="402336"/>
          </a:xfrm>
          <a:prstGeom prst="rect">
            <a:avLst/>
          </a:prstGeom>
          <a:solidFill>
            <a:srgbClr val="3B1FE0"/>
          </a:solidFill>
          <a:ln/>
        </p:spPr>
      </p:sp>
      <p:pic>
        <p:nvPicPr>
          <p:cNvPr id="6" name="Image 0" descr="C:\Users\Lenovo\AppData\Local\Temp\claude\C--Users-Lenovo-OneDrive-Desktop-AI-Fitness-App\561623fc-a6fb-45a5-99b3-bdfbdb344186\scratchpad\deck\icons\file-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874" y="1844162"/>
            <a:ext cx="225308" cy="225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7864" y="1696212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report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97864" y="1956816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photo or PDF (≤3 MB) of a lab / health-screening report.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" y="2884932"/>
            <a:ext cx="402336" cy="40233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Shape 7"/>
          <p:cNvSpPr/>
          <p:nvPr/>
        </p:nvSpPr>
        <p:spPr>
          <a:xfrm>
            <a:off x="594360" y="2834640"/>
            <a:ext cx="402336" cy="402336"/>
          </a:xfrm>
          <a:prstGeom prst="rect">
            <a:avLst/>
          </a:prstGeom>
          <a:solidFill>
            <a:srgbClr val="1B4DD6"/>
          </a:solidFill>
          <a:ln/>
        </p:spPr>
      </p:sp>
      <p:pic>
        <p:nvPicPr>
          <p:cNvPr id="11" name="Image 1" descr="C:\Users\Lenovo\AppData\Local\Temp\claude\C--Users-Lenovo-OneDrive-Desktop-AI-Fitness-App\561623fc-a6fb-45a5-99b3-bdfbdb344186\scratchpad\deck\icons\scan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74" y="2923154"/>
            <a:ext cx="225308" cy="2253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97864" y="2775204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reads the markers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97864" y="3035808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Lipids, glucose, vitamins, liver &amp; kidney — judged against the ranges printed on your report.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5508" y="3963924"/>
            <a:ext cx="402336" cy="40233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5" name="Shape 11"/>
          <p:cNvSpPr/>
          <p:nvPr/>
        </p:nvSpPr>
        <p:spPr>
          <a:xfrm>
            <a:off x="594360" y="3913632"/>
            <a:ext cx="402336" cy="40233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2" descr="C:\Users\Lenovo\AppData\Local\Temp\claude\C--Users-Lenovo-OneDrive-Desktop-AI-Fitness-App\561623fc-a6fb-45a5-99b3-bdfbdb344186\scratchpad\deck\icons\heart-pul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4" y="4002146"/>
            <a:ext cx="225308" cy="2253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97864" y="3854196"/>
            <a:ext cx="4517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your food plan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97864" y="4114800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Eat-more / go-easy-on lists plus 3 habit tips, tied to your numbers.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4360" y="4983480"/>
            <a:ext cx="5120640" cy="1234440"/>
          </a:xfrm>
          <a:prstGeom prst="rect">
            <a:avLst/>
          </a:prstGeom>
          <a:solidFill>
            <a:srgbClr val="EEF4FB"/>
          </a:solidFill>
          <a:ln w="12700">
            <a:solidFill>
              <a:srgbClr val="E3EAF4"/>
            </a:solidFill>
            <a:prstDash val="solid"/>
          </a:ln>
        </p:spPr>
      </p:sp>
      <p:pic>
        <p:nvPicPr>
          <p:cNvPr id="20" name="Image 3" descr="C:\Users\Lenovo\AppData\Local\Temp\claude\C--Users-Lenovo-OneDrive-Desktop-AI-Fitness-App\561623fc-a6fb-45a5-99b3-bdfbdb344186\scratchpad\deck\icons\shield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93792"/>
            <a:ext cx="310896" cy="31089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04672" y="5175504"/>
            <a:ext cx="347472" cy="347472"/>
          </a:xfrm>
          <a:prstGeom prst="rect">
            <a:avLst/>
          </a:prstGeom>
          <a:solidFill>
            <a:srgbClr val="02043B"/>
          </a:solidFill>
          <a:ln/>
        </p:spPr>
      </p:sp>
      <p:pic>
        <p:nvPicPr>
          <p:cNvPr id="22" name="Image 4" descr="C:\Users\Lenovo\AppData\Local\Temp\claude\C--Users-Lenovo-OneDrive-Desktop-AI-Fitness-App\561623fc-a6fb-45a5-99b3-bdfbdb344186\scratchpad\deck\icons\shield-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221224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51206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only on this device · one-tap Remove data · general nutrition guidance, NOT medical advice. Clearly abnormal values get a red “see your doctor” banner.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172200" y="1645920"/>
            <a:ext cx="5440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267">
                <a:alpha val="13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6400800" y="1810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B4D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MARKERS — EXAMPLE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640080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LDL cholesterol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8823960" y="2157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 mmol/L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10332720" y="2157984"/>
            <a:ext cx="1051560" cy="23774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29" name="Text 22"/>
          <p:cNvSpPr/>
          <p:nvPr/>
        </p:nvSpPr>
        <p:spPr>
          <a:xfrm>
            <a:off x="10332720" y="215798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6400800" y="2478024"/>
            <a:ext cx="4983480" cy="7315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31" name="Text 24"/>
          <p:cNvSpPr/>
          <p:nvPr/>
        </p:nvSpPr>
        <p:spPr>
          <a:xfrm>
            <a:off x="6400800" y="2532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HbA1c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8823960" y="2542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6.1 %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10332720" y="2542032"/>
            <a:ext cx="1051560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27"/>
          <p:cNvSpPr/>
          <p:nvPr/>
        </p:nvSpPr>
        <p:spPr>
          <a:xfrm>
            <a:off x="10332720" y="25420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BORDERLINE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6400800" y="2862072"/>
            <a:ext cx="4983480" cy="7315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36" name="Text 29"/>
          <p:cNvSpPr/>
          <p:nvPr/>
        </p:nvSpPr>
        <p:spPr>
          <a:xfrm>
            <a:off x="6400800" y="29169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 D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8823960" y="2926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ng/mL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10332720" y="2926080"/>
            <a:ext cx="1051560" cy="237744"/>
          </a:xfrm>
          <a:prstGeom prst="rect">
            <a:avLst/>
          </a:prstGeom>
          <a:solidFill>
            <a:srgbClr val="1B4DD6"/>
          </a:solidFill>
          <a:ln/>
        </p:spPr>
      </p:sp>
      <p:sp>
        <p:nvSpPr>
          <p:cNvPr id="39" name="Text 32"/>
          <p:cNvSpPr/>
          <p:nvPr/>
        </p:nvSpPr>
        <p:spPr>
          <a:xfrm>
            <a:off x="10332720" y="29260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6400800" y="3246120"/>
            <a:ext cx="4983480" cy="7315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41" name="Text 34"/>
          <p:cNvSpPr/>
          <p:nvPr/>
        </p:nvSpPr>
        <p:spPr>
          <a:xfrm>
            <a:off x="6400800" y="3300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HDL cholesterol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8823960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 mmol/L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10332720" y="3310128"/>
            <a:ext cx="1051560" cy="2377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37"/>
          <p:cNvSpPr/>
          <p:nvPr/>
        </p:nvSpPr>
        <p:spPr>
          <a:xfrm>
            <a:off x="10332720" y="331012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6400800" y="3630168"/>
            <a:ext cx="4983480" cy="7315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46" name="Text 39"/>
          <p:cNvSpPr/>
          <p:nvPr/>
        </p:nvSpPr>
        <p:spPr>
          <a:xfrm>
            <a:off x="6400800" y="37033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marker gets a one-line “what this means for food” note in the app.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6172200" y="4572000"/>
            <a:ext cx="2615184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267">
                <a:alpha val="13000"/>
              </a:srgbClr>
            </a:outerShdw>
          </a:effectLst>
        </p:spPr>
      </p:sp>
      <p:pic>
        <p:nvPicPr>
          <p:cNvPr id="48" name="Image 5" descr="C:\Users\Lenovo\AppData\Local\Temp\claude\C--Users-Lenovo-OneDrive-Desktop-AI-Fitness-App\561623fc-a6fb-45a5-99b3-bdfbdb344186\scratchpad\deck\icons\trending-u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4736592"/>
            <a:ext cx="914" cy="914"/>
          </a:xfrm>
          <a:prstGeom prst="rect">
            <a:avLst/>
          </a:prstGeom>
        </p:spPr>
      </p:pic>
      <p:sp>
        <p:nvSpPr>
          <p:cNvPr id="49" name="Shape 41"/>
          <p:cNvSpPr/>
          <p:nvPr/>
        </p:nvSpPr>
        <p:spPr>
          <a:xfrm>
            <a:off x="6396228" y="4786884"/>
            <a:ext cx="310896" cy="31089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0" name="Shape 42"/>
          <p:cNvSpPr/>
          <p:nvPr/>
        </p:nvSpPr>
        <p:spPr>
          <a:xfrm>
            <a:off x="6355080" y="4736592"/>
            <a:ext cx="310896" cy="31089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51" name="Image 6" descr="C:\Users\Lenovo\AppData\Local\Temp\claude\C--Users-Lenovo-OneDrive-Desktop-AI-Fitness-App\561623fc-a6fb-45a5-99b3-bdfbdb344186\scratchpad\deck\icons\trending-u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3477" y="4804989"/>
            <a:ext cx="174102" cy="174102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6793992" y="47548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EAT MORE OF</a:t>
            </a:r>
            <a:endParaRPr lang="en-US" sz="950" dirty="0"/>
          </a:p>
        </p:txBody>
      </p:sp>
      <p:sp>
        <p:nvSpPr>
          <p:cNvPr id="53" name="Text 44"/>
          <p:cNvSpPr/>
          <p:nvPr/>
        </p:nvSpPr>
        <p:spPr>
          <a:xfrm>
            <a:off x="6355080" y="513892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Oats, barley &amp; beans · oily fish · leafy greens · nuts</a:t>
            </a:r>
            <a:endParaRPr lang="en-US" sz="1050" dirty="0"/>
          </a:p>
        </p:txBody>
      </p:sp>
      <p:sp>
        <p:nvSpPr>
          <p:cNvPr id="54" name="Shape 45"/>
          <p:cNvSpPr/>
          <p:nvPr/>
        </p:nvSpPr>
        <p:spPr>
          <a:xfrm>
            <a:off x="8997696" y="4572000"/>
            <a:ext cx="2615184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267">
                <a:alpha val="13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9221724" y="4786884"/>
            <a:ext cx="310896" cy="31089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6" name="Shape 47"/>
          <p:cNvSpPr/>
          <p:nvPr/>
        </p:nvSpPr>
        <p:spPr>
          <a:xfrm>
            <a:off x="9180576" y="4736592"/>
            <a:ext cx="310896" cy="310896"/>
          </a:xfrm>
          <a:prstGeom prst="rect">
            <a:avLst/>
          </a:prstGeom>
          <a:solidFill>
            <a:srgbClr val="E5484D"/>
          </a:solidFill>
          <a:ln/>
        </p:spPr>
      </p:sp>
      <p:pic>
        <p:nvPicPr>
          <p:cNvPr id="57" name="Image 7" descr="C:\Users\Lenovo\AppData\Local\Temp\claude\C--Users-Lenovo-OneDrive-Desktop-AI-Fitness-App\561623fc-a6fb-45a5-99b3-bdfbdb344186\scratchpad\deck\icons\trending-dow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8973" y="4804989"/>
            <a:ext cx="174102" cy="174102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9619488" y="47548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EASY ON</a:t>
            </a:r>
            <a:endParaRPr lang="en-US" sz="950" dirty="0"/>
          </a:p>
        </p:txBody>
      </p:sp>
      <p:sp>
        <p:nvSpPr>
          <p:cNvPr id="59" name="Text 49"/>
          <p:cNvSpPr/>
          <p:nvPr/>
        </p:nvSpPr>
        <p:spPr>
          <a:xfrm>
            <a:off x="9180576" y="513892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Deep-fried dishes · sweet drinks · refined carbs · processed meat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SCANNER × HEALTH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meal, checked against your report.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 report is on file, every scanned meal also gets a personal verdict — how well it fits your markers, why, and a smarter swap.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3566160" cy="960120"/>
          </a:xfrm>
          <a:prstGeom prst="rect">
            <a:avLst/>
          </a:prstGeom>
          <a:solidFill>
            <a:srgbClr val="10144F"/>
          </a:solidFill>
          <a:ln w="12700">
            <a:solidFill>
              <a:srgbClr val="2630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286000"/>
            <a:ext cx="64008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" y="24323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FOR YOU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27249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your numbers — enjoy.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566160" cy="960120"/>
          </a:xfrm>
          <a:prstGeom prst="rect">
            <a:avLst/>
          </a:prstGeom>
          <a:solidFill>
            <a:srgbClr val="10144F"/>
          </a:solidFill>
          <a:ln w="12700">
            <a:solidFill>
              <a:srgbClr val="2630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2286000"/>
            <a:ext cx="64008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4323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MODERATION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99432" y="27249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occasionally; watch the portion.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92440" y="2286000"/>
            <a:ext cx="3566160" cy="960120"/>
          </a:xfrm>
          <a:prstGeom prst="rect">
            <a:avLst/>
          </a:prstGeom>
          <a:solidFill>
            <a:srgbClr val="10144F"/>
          </a:solidFill>
          <a:ln w="12700">
            <a:solidFill>
              <a:srgbClr val="2630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2286000"/>
            <a:ext cx="64008" cy="960120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5" name="Text 13"/>
          <p:cNvSpPr/>
          <p:nvPr/>
        </p:nvSpPr>
        <p:spPr>
          <a:xfrm>
            <a:off x="8348472" y="24323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EASY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48472" y="27249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against a flagged marker.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611880"/>
            <a:ext cx="11000232" cy="2286000"/>
          </a:xfrm>
          <a:prstGeom prst="rect">
            <a:avLst/>
          </a:prstGeom>
          <a:solidFill>
            <a:srgbClr val="10144F"/>
          </a:solidFill>
          <a:ln w="12700">
            <a:solidFill>
              <a:srgbClr val="2630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611880"/>
            <a:ext cx="64008" cy="2286000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EASY · VS YOUR REPORT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418795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chicken fat and rice cooked in fat add saturated fat that nudges your already-high LDL (4.5) and triglycerides (2.4), while the large rice portion and sweet iced tea push your borderline HbA1c (6.1).”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→  </a:t>
            </a:r>
            <a:pPr indent="0" marL="0">
              <a:buNone/>
            </a:pPr>
            <a:r>
              <a:rPr lang="en-US" sz="125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the skin, ask for plain rice at half the portion, switch the sweet tea to unsweetened.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55321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report on file? The scanner simply skips the verdict — nothing else changes.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1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PLAN TAB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training week, written for you.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35508" y="1760220"/>
            <a:ext cx="402336" cy="40233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709928"/>
            <a:ext cx="402336" cy="402336"/>
          </a:xfrm>
          <a:prstGeom prst="rect">
            <a:avLst/>
          </a:prstGeom>
          <a:solidFill>
            <a:srgbClr val="3B1FE0"/>
          </a:solidFill>
          <a:ln/>
        </p:spPr>
      </p:sp>
      <p:pic>
        <p:nvPicPr>
          <p:cNvPr id="6" name="Image 0" descr="C:\Users\Lenovo\AppData\Local\Temp\claude\C--Users-Lenovo-OneDrive-Desktop-AI-Fitness-App\561623fc-a6fb-45a5-99b3-bdfbdb344186\scratchpad\deck\icons\spark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874" y="1798442"/>
            <a:ext cx="225308" cy="225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7864" y="1650492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my plan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97864" y="1911096"/>
            <a:ext cx="4882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tap. Built from your goal, training days and calorie targets — 7 days, Mon to Sun.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" y="2857500"/>
            <a:ext cx="402336" cy="40233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Shape 7"/>
          <p:cNvSpPr/>
          <p:nvPr/>
        </p:nvSpPr>
        <p:spPr>
          <a:xfrm>
            <a:off x="594360" y="2807208"/>
            <a:ext cx="402336" cy="402336"/>
          </a:xfrm>
          <a:prstGeom prst="rect">
            <a:avLst/>
          </a:prstGeom>
          <a:solidFill>
            <a:srgbClr val="1B4DD6"/>
          </a:solidFill>
          <a:ln/>
        </p:spPr>
      </p:sp>
      <p:pic>
        <p:nvPicPr>
          <p:cNvPr id="11" name="Image 1" descr="C:\Users\Lenovo\AppData\Local\Temp\claude\C--Users-Lenovo-OneDrive-Desktop-AI-Fitness-App\561623fc-a6fb-45a5-99b3-bdfbdb344186\scratchpad\deck\icons\refresh-c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74" y="2895722"/>
            <a:ext cx="225308" cy="2253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97864" y="2747772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Regenerate anytime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97864" y="3008376"/>
            <a:ext cx="4882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like the split? The refresh button writes a new week.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5508" y="3954780"/>
            <a:ext cx="402336" cy="40233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5" name="Shape 11"/>
          <p:cNvSpPr/>
          <p:nvPr/>
        </p:nvSpPr>
        <p:spPr>
          <a:xfrm>
            <a:off x="594360" y="3904488"/>
            <a:ext cx="402336" cy="40233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2" descr="C:\Users\Lenovo\AppData\Local\Temp\claude\C--Users-Lenovo-OneDrive-Desktop-AI-Fitness-App\561623fc-a6fb-45a5-99b3-bdfbdb344186\scratchpad\deck\icons\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4" y="3993002"/>
            <a:ext cx="225308" cy="2253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97864" y="3845052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session done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97864" y="4105656"/>
            <a:ext cx="4882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today's card — logs the session (45 min) straight into your training log.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" y="5052060"/>
            <a:ext cx="402336" cy="40233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0" name="Shape 15"/>
          <p:cNvSpPr/>
          <p:nvPr/>
        </p:nvSpPr>
        <p:spPr>
          <a:xfrm>
            <a:off x="594360" y="5001768"/>
            <a:ext cx="402336" cy="402336"/>
          </a:xfrm>
          <a:prstGeom prst="rect">
            <a:avLst/>
          </a:prstGeom>
          <a:solidFill>
            <a:srgbClr val="02043B"/>
          </a:solidFill>
          <a:ln/>
        </p:spPr>
      </p:sp>
      <p:pic>
        <p:nvPicPr>
          <p:cNvPr id="21" name="Image 3" descr="C:\Users\Lenovo\AppData\Local\Temp\claude\C--Users-Lenovo-OneDrive-Desktop-AI-Fitness-App\561623fc-a6fb-45a5-99b3-bdfbdb344186\scratchpad\deck\icons\message-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74" y="5090282"/>
            <a:ext cx="225308" cy="2253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97864" y="4942332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Coach's notes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197864" y="5202936"/>
            <a:ext cx="4882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short tips under the plan, tuned to your targets.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583680" y="1600200"/>
            <a:ext cx="5029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267">
                <a:alpha val="13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6812280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B1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EXAMPLE WEEK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858000" y="2148840"/>
            <a:ext cx="566928" cy="36576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27" name="Text 21"/>
          <p:cNvSpPr/>
          <p:nvPr/>
        </p:nvSpPr>
        <p:spPr>
          <a:xfrm>
            <a:off x="6858000" y="214884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589520" y="21762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body strength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092708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Z4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6858000" y="2715768"/>
            <a:ext cx="566928" cy="36576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31" name="Text 25"/>
          <p:cNvSpPr/>
          <p:nvPr/>
        </p:nvSpPr>
        <p:spPr>
          <a:xfrm>
            <a:off x="6858000" y="271576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589520" y="27432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body strength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10927080" y="27614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Z4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6858000" y="3282696"/>
            <a:ext cx="566928" cy="36576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35" name="Text 29"/>
          <p:cNvSpPr/>
          <p:nvPr/>
        </p:nvSpPr>
        <p:spPr>
          <a:xfrm>
            <a:off x="6858000" y="32826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7589520" y="33101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— easy walk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10927080" y="33284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4D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Z1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6748272" y="3799332"/>
            <a:ext cx="4700016" cy="475488"/>
          </a:xfrm>
          <a:prstGeom prst="rect">
            <a:avLst/>
          </a:prstGeom>
          <a:solidFill>
            <a:srgbClr val="EEF4FB"/>
          </a:solidFill>
          <a:ln w="19050">
            <a:solidFill>
              <a:srgbClr val="3B1FE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858000" y="3849624"/>
            <a:ext cx="566928" cy="365760"/>
          </a:xfrm>
          <a:prstGeom prst="rect">
            <a:avLst/>
          </a:prstGeom>
          <a:solidFill>
            <a:srgbClr val="3B1FE0"/>
          </a:solidFill>
          <a:ln/>
        </p:spPr>
      </p:sp>
      <p:sp>
        <p:nvSpPr>
          <p:cNvPr id="40" name="Text 34"/>
          <p:cNvSpPr/>
          <p:nvPr/>
        </p:nvSpPr>
        <p:spPr>
          <a:xfrm>
            <a:off x="6858000" y="384962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7589520" y="38770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+ core</a:t>
            </a:r>
            <a:endParaRPr lang="en-US" sz="1150" dirty="0"/>
          </a:p>
        </p:txBody>
      </p:sp>
      <p:sp>
        <p:nvSpPr>
          <p:cNvPr id="42" name="Text 36"/>
          <p:cNvSpPr/>
          <p:nvPr/>
        </p:nvSpPr>
        <p:spPr>
          <a:xfrm>
            <a:off x="10927080" y="3895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Z4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6858000" y="4416552"/>
            <a:ext cx="566928" cy="36576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44" name="Text 38"/>
          <p:cNvSpPr/>
          <p:nvPr/>
        </p:nvSpPr>
        <p:spPr>
          <a:xfrm>
            <a:off x="6858000" y="44165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7589520" y="44439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 — Z2 jog</a:t>
            </a:r>
            <a:endParaRPr lang="en-US" sz="1150" dirty="0"/>
          </a:p>
        </p:txBody>
      </p:sp>
      <p:sp>
        <p:nvSpPr>
          <p:cNvPr id="46" name="Text 40"/>
          <p:cNvSpPr/>
          <p:nvPr/>
        </p:nvSpPr>
        <p:spPr>
          <a:xfrm>
            <a:off x="10927080" y="4462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Z4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6858000" y="4983480"/>
            <a:ext cx="566928" cy="36576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48" name="Text 42"/>
          <p:cNvSpPr/>
          <p:nvPr/>
        </p:nvSpPr>
        <p:spPr>
          <a:xfrm>
            <a:off x="6858000" y="4983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7589520" y="50109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— mobility</a:t>
            </a:r>
            <a:endParaRPr lang="en-US" sz="1150" dirty="0"/>
          </a:p>
        </p:txBody>
      </p:sp>
      <p:sp>
        <p:nvSpPr>
          <p:cNvPr id="50" name="Text 44"/>
          <p:cNvSpPr/>
          <p:nvPr/>
        </p:nvSpPr>
        <p:spPr>
          <a:xfrm>
            <a:off x="10927080" y="5029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4D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Z1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6858000" y="5550408"/>
            <a:ext cx="566928" cy="36576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52" name="Text 46"/>
          <p:cNvSpPr/>
          <p:nvPr/>
        </p:nvSpPr>
        <p:spPr>
          <a:xfrm>
            <a:off x="6858000" y="55504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</a:t>
            </a:r>
            <a:endParaRPr lang="en-US" sz="1100" dirty="0"/>
          </a:p>
        </p:txBody>
      </p:sp>
      <p:sp>
        <p:nvSpPr>
          <p:cNvPr id="53" name="Text 47"/>
          <p:cNvSpPr/>
          <p:nvPr/>
        </p:nvSpPr>
        <p:spPr>
          <a:xfrm>
            <a:off x="7589520" y="55778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150" dirty="0"/>
          </a:p>
        </p:txBody>
      </p:sp>
      <p:sp>
        <p:nvSpPr>
          <p:cNvPr id="54" name="Text 48"/>
          <p:cNvSpPr/>
          <p:nvPr/>
        </p:nvSpPr>
        <p:spPr>
          <a:xfrm>
            <a:off x="10927080" y="5596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4D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Z1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1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COACH TAB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coach that knows your numbers.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760720" cy="4526280"/>
          </a:xfrm>
          <a:prstGeom prst="rect">
            <a:avLst/>
          </a:prstGeom>
          <a:solidFill>
            <a:srgbClr val="EEF4FB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1920240"/>
            <a:ext cx="3154680" cy="502920"/>
          </a:xfrm>
          <a:prstGeom prst="rect">
            <a:avLst/>
          </a:prstGeom>
          <a:solidFill>
            <a:srgbClr val="02043B"/>
          </a:solidFill>
          <a:ln/>
        </p:spPr>
      </p:sp>
      <p:sp>
        <p:nvSpPr>
          <p:cNvPr id="6" name="Text 4"/>
          <p:cNvSpPr/>
          <p:nvPr/>
        </p:nvSpPr>
        <p:spPr>
          <a:xfrm>
            <a:off x="3063240" y="1920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I eat for dinner?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2651760"/>
            <a:ext cx="44805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7889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B4D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COACH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51560" y="3035808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got 1,100 kcal and 95 g protein left today, so let's make dinner protein-heavy: grilled chicken breast, a fist of rice or a baked potato, and a big veggie side. That lands near 700 kcal — room for Greek yogurt later to close the protein gap.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51389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QUICK-START CHIPS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5413248"/>
            <a:ext cx="2377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54132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I eat for dinner?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83280" y="5413248"/>
            <a:ext cx="2377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54132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missed today's workout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68680" y="5797296"/>
            <a:ext cx="2377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57972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my weight up today?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61988" y="1851660"/>
            <a:ext cx="402336" cy="40233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0840" y="1801368"/>
            <a:ext cx="402336" cy="402336"/>
          </a:xfrm>
          <a:prstGeom prst="rect">
            <a:avLst/>
          </a:prstGeom>
          <a:solidFill>
            <a:srgbClr val="3B1FE0"/>
          </a:solidFill>
          <a:ln/>
        </p:spPr>
      </p:sp>
      <p:pic>
        <p:nvPicPr>
          <p:cNvPr id="19" name="Image 0" descr="C:\Users\Lenovo\AppData\Local\Temp\claude\C--Users-Lenovo-OneDrive-Desktop-AI-Fitness-App\561623fc-a6fb-45a5-99b3-bdfbdb344186\scratchpad\deck\icons\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9354" y="1889882"/>
            <a:ext cx="225308" cy="22530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24344" y="1741932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your context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324344" y="2002536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Goal, targets, today's food &amp; training, your planned session — all in every answer.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761988" y="2967228"/>
            <a:ext cx="402336" cy="40233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3" name="Shape 20"/>
          <p:cNvSpPr/>
          <p:nvPr/>
        </p:nvSpPr>
        <p:spPr>
          <a:xfrm>
            <a:off x="6720840" y="2916936"/>
            <a:ext cx="402336" cy="402336"/>
          </a:xfrm>
          <a:prstGeom prst="rect">
            <a:avLst/>
          </a:prstGeom>
          <a:solidFill>
            <a:srgbClr val="E5484D"/>
          </a:solidFill>
          <a:ln/>
        </p:spPr>
      </p:sp>
      <p:pic>
        <p:nvPicPr>
          <p:cNvPr id="24" name="Image 1" descr="C:\Users\Lenovo\AppData\Local\Temp\claude\C--Users-Lenovo-OneDrive-Desktop-AI-Fitness-App\561623fc-a6fb-45a5-99b3-bdfbdb344186\scratchpad\deck\icons\heart-pul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354" y="3005450"/>
            <a:ext cx="225308" cy="2253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324344" y="2857500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your report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7324344" y="3118104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Out-of-range markers from the HEALTH tab shape its food suggestions.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761988" y="4082796"/>
            <a:ext cx="402336" cy="40233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8" name="Shape 24"/>
          <p:cNvSpPr/>
          <p:nvPr/>
        </p:nvSpPr>
        <p:spPr>
          <a:xfrm>
            <a:off x="6720840" y="4032504"/>
            <a:ext cx="402336" cy="40233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9" name="Image 2" descr="C:\Users\Lenovo\AppData\Local\Temp\claude\C--Users-Lenovo-OneDrive-Desktop-AI-Fitness-App\561623fc-a6fb-45a5-99b3-bdfbdb344186\scratchpad\deck\icons\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354" y="4121018"/>
            <a:ext cx="225308" cy="22530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324344" y="3973068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&amp; specific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7324344" y="4233672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Replies stay under ~110 words and always use your actual numbers.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761988" y="5198364"/>
            <a:ext cx="402336" cy="40233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3" name="Shape 28"/>
          <p:cNvSpPr/>
          <p:nvPr/>
        </p:nvSpPr>
        <p:spPr>
          <a:xfrm>
            <a:off x="6720840" y="5148072"/>
            <a:ext cx="402336" cy="402336"/>
          </a:xfrm>
          <a:prstGeom prst="rect">
            <a:avLst/>
          </a:prstGeom>
          <a:solidFill>
            <a:srgbClr val="02043B"/>
          </a:solidFill>
          <a:ln/>
        </p:spPr>
      </p:sp>
      <p:pic>
        <p:nvPicPr>
          <p:cNvPr id="34" name="Image 3" descr="C:\Users\Lenovo\AppData\Local\Temp\claude\C--Users-Lenovo-OneDrive-Desktop-AI-Fitness-App\561623fc-a6fb-45a5-99b3-bdfbdb344186\scratchpad\deck\icons\shield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354" y="5236586"/>
            <a:ext cx="225308" cy="22530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324344" y="5088636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its limits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7324344" y="5349240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pain, injury or anything medical it will point you to a professional.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HQ TAB &amp; GOOD TO KNOW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score. Stay in control.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94960" cy="3657600"/>
          </a:xfrm>
          <a:prstGeom prst="rect">
            <a:avLst/>
          </a:prstGeom>
          <a:solidFill>
            <a:srgbClr val="10144F"/>
          </a:solidFill>
          <a:ln w="12700">
            <a:solidFill>
              <a:srgbClr val="263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HQ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pPr indent="0" marL="0">
              <a:buNone/>
            </a:pPr>
            <a:r>
              <a:rPr lang="en-US" sz="1000" b="1" dirty="0">
                <a:solidFill>
                  <a:srgbClr val="8B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7-DAY ADHERENCE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96112" y="3145536"/>
            <a:ext cx="91440" cy="914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0358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adherence score: days with 2+ check-ins or meals logged.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96112" y="3694176"/>
            <a:ext cx="91440" cy="914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5844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when you skip an evening check-in or haven't logged food.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" y="4242816"/>
            <a:ext cx="91440" cy="914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1330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client cards show the trainer's multi-client view.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" y="4791456"/>
            <a:ext cx="91440" cy="914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6817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 zone: “Reset all data” wipes this device (tap twice to confirm).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645920"/>
            <a:ext cx="5349240" cy="3657600"/>
          </a:xfrm>
          <a:prstGeom prst="rect">
            <a:avLst/>
          </a:prstGeom>
          <a:solidFill>
            <a:srgbClr val="10144F"/>
          </a:solidFill>
          <a:ln w="12700">
            <a:solidFill>
              <a:srgbClr val="2630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TO KNOW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79108" y="2336292"/>
            <a:ext cx="365760" cy="3657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2286000"/>
            <a:ext cx="365760" cy="365760"/>
          </a:xfrm>
          <a:prstGeom prst="rect">
            <a:avLst/>
          </a:prstGeom>
          <a:solidFill>
            <a:srgbClr val="3B1FE0"/>
          </a:solidFill>
          <a:ln/>
        </p:spPr>
      </p:sp>
      <p:pic>
        <p:nvPicPr>
          <p:cNvPr id="19" name="Image 0" descr="C:\Users\Lenovo\AppData\Local\Temp\claude\C--Users-Lenovo-OneDrive-Desktop-AI-Fitness-App\561623fc-a6fb-45a5-99b3-bdfbdb344186\scratchpad\deck\icons\smart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8427" y="2366467"/>
            <a:ext cx="204826" cy="20482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059168" y="224942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any browser — use “Add to Home Screen” on your phone for an app-like feel.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579108" y="3086100"/>
            <a:ext cx="365760" cy="3657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2" name="Shape 19"/>
          <p:cNvSpPr/>
          <p:nvPr/>
        </p:nvSpPr>
        <p:spPr>
          <a:xfrm>
            <a:off x="6537960" y="3035808"/>
            <a:ext cx="365760" cy="365760"/>
          </a:xfrm>
          <a:prstGeom prst="rect">
            <a:avLst/>
          </a:prstGeom>
          <a:solidFill>
            <a:srgbClr val="1B4DD6"/>
          </a:solidFill>
          <a:ln/>
        </p:spPr>
      </p:sp>
      <p:pic>
        <p:nvPicPr>
          <p:cNvPr id="23" name="Image 1" descr="C:\Users\Lenovo\AppData\Local\Temp\claude\C--Users-Lenovo-OneDrive-Desktop-AI-Fitness-App\561623fc-a6fb-45a5-99b3-bdfbdb344186\scratchpad\deck\icons\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27" y="3116275"/>
            <a:ext cx="204826" cy="20482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059168" y="299923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profile, logs and report stay in this browser — no account, nothing synced.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579108" y="3835908"/>
            <a:ext cx="365760" cy="3657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6" name="Shape 22"/>
          <p:cNvSpPr/>
          <p:nvPr/>
        </p:nvSpPr>
        <p:spPr>
          <a:xfrm>
            <a:off x="6537960" y="3785616"/>
            <a:ext cx="365760" cy="365760"/>
          </a:xfrm>
          <a:prstGeom prst="rect">
            <a:avLst/>
          </a:prstGeom>
          <a:solidFill>
            <a:srgbClr val="E5484D"/>
          </a:solidFill>
          <a:ln/>
        </p:spPr>
      </p:sp>
      <p:pic>
        <p:nvPicPr>
          <p:cNvPr id="27" name="Image 2" descr="C:\Users\Lenovo\AppData\Local\Temp\claude\C--Users-Lenovo-OneDrive-Desktop-AI-Fitness-App\561623fc-a6fb-45a5-99b3-bdfbdb344186\scratchpad\deck\icons\heart-pul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427" y="3866083"/>
            <a:ext cx="204826" cy="20482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059168" y="37490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guidance is general nutrition info, not medical advice. See a doctor for red flags.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579108" y="4585716"/>
            <a:ext cx="365760" cy="3657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0" name="Shape 25"/>
          <p:cNvSpPr/>
          <p:nvPr/>
        </p:nvSpPr>
        <p:spPr>
          <a:xfrm>
            <a:off x="6537960" y="4535424"/>
            <a:ext cx="365760" cy="3657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1" name="Image 3" descr="C:\Users\Lenovo\AppData\Local\Temp\claude\C--Users-Lenovo-OneDrive-Desktop-AI-Fitness-App\561623fc-a6fb-45a5-99b3-bdfbdb344186\scratchpad\deck\icons\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27" y="4615891"/>
            <a:ext cx="204826" cy="20482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059168" y="449884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&amp; report scans run on the app's AI — just point, shoot, and wait a few seconds.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21792" y="6024067"/>
            <a:ext cx="85496" cy="186538"/>
          </a:xfrm>
          <a:prstGeom prst="rect">
            <a:avLst/>
          </a:prstGeom>
          <a:solidFill>
            <a:srgbClr val="1B4DD6"/>
          </a:solidFill>
          <a:ln/>
        </p:spPr>
      </p:sp>
      <p:sp>
        <p:nvSpPr>
          <p:cNvPr id="34" name="Shape 28"/>
          <p:cNvSpPr/>
          <p:nvPr/>
        </p:nvSpPr>
        <p:spPr>
          <a:xfrm>
            <a:off x="750037" y="5969660"/>
            <a:ext cx="85496" cy="2409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Shape 29"/>
          <p:cNvSpPr/>
          <p:nvPr/>
        </p:nvSpPr>
        <p:spPr>
          <a:xfrm>
            <a:off x="878281" y="5915254"/>
            <a:ext cx="85496" cy="295351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6" name="Shape 30"/>
          <p:cNvSpPr/>
          <p:nvPr/>
        </p:nvSpPr>
        <p:spPr>
          <a:xfrm>
            <a:off x="1006526" y="5860847"/>
            <a:ext cx="85496" cy="349758"/>
          </a:xfrm>
          <a:prstGeom prst="rect">
            <a:avLst/>
          </a:prstGeom>
          <a:solidFill>
            <a:srgbClr val="3B1FE0"/>
          </a:solidFill>
          <a:ln/>
        </p:spPr>
      </p:sp>
      <p:sp>
        <p:nvSpPr>
          <p:cNvPr id="37" name="Shape 31"/>
          <p:cNvSpPr/>
          <p:nvPr/>
        </p:nvSpPr>
        <p:spPr>
          <a:xfrm>
            <a:off x="1134770" y="5806440"/>
            <a:ext cx="85496" cy="404165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38" name="Text 32"/>
          <p:cNvSpPr/>
          <p:nvPr/>
        </p:nvSpPr>
        <p:spPr>
          <a:xfrm>
            <a:off x="1600200" y="58704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PULSECOACH</a:t>
            </a:r>
            <a:pPr indent="0" marL="0">
              <a:buNone/>
            </a:pPr>
            <a:r>
              <a:rPr lang="en-US" sz="1400" i="1" dirty="0">
                <a:solidFill>
                  <a:srgbClr val="B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—  snap, scan, train.</a:t>
            </a:r>
            <a:endParaRPr lang="en-US" sz="1600" dirty="0"/>
          </a:p>
        </p:txBody>
      </p:sp>
      <p:sp>
        <p:nvSpPr>
          <p:cNvPr id="39" name="Shape 33"/>
          <p:cNvSpPr/>
          <p:nvPr/>
        </p:nvSpPr>
        <p:spPr>
          <a:xfrm>
            <a:off x="6807708" y="5884164"/>
            <a:ext cx="4846320" cy="4572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0" name="Shape 34"/>
          <p:cNvSpPr/>
          <p:nvPr/>
        </p:nvSpPr>
        <p:spPr>
          <a:xfrm>
            <a:off x="6766560" y="5833872"/>
            <a:ext cx="4846320" cy="457200"/>
          </a:xfrm>
          <a:prstGeom prst="rect">
            <a:avLst/>
          </a:prstGeom>
          <a:solidFill>
            <a:srgbClr val="3B1FE0"/>
          </a:solidFill>
          <a:ln/>
        </p:spPr>
      </p:sp>
      <p:sp>
        <p:nvSpPr>
          <p:cNvPr id="41" name="Text 35"/>
          <p:cNvSpPr/>
          <p:nvPr/>
        </p:nvSpPr>
        <p:spPr>
          <a:xfrm>
            <a:off x="6766560" y="58338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fitnessapp-tsidadmins-projects.vercel.app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2026-07-13T04:28:39Z</dcterms:created>
  <dcterms:modified xsi:type="dcterms:W3CDTF">2026-07-13T04:28:39Z</dcterms:modified>
</cp:coreProperties>
</file>